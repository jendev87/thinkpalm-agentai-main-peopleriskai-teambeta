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PeopleRisk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HR Intelligence</a:t>
            </a:r>
          </a:p>
          <a:p/>
          <a:p>
            <a:r>
              <a:t>Predictive analytics and real-time insights for organizational attrition.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Challenge:</a:t>
            </a:r>
          </a:p>
          <a:p>
            <a:pPr lvl="1"/>
            <a:r>
              <a:t>Unpredictable employee attrition leads to significant organizational costs and loss of institutional knowledge.</a:t>
            </a:r>
          </a:p>
          <a:p>
            <a:pPr/>
            <a:r>
              <a:t>The Solution:</a:t>
            </a:r>
          </a:p>
          <a:p>
            <a:pPr lvl="1"/>
            <a:r>
              <a:t>A data-driven platform that leverages live XGBoost models to predict flight risk and provide actionable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Dashboard:</a:t>
            </a:r>
          </a:p>
          <a:p>
            <a:pPr lvl="1"/>
            <a:r>
              <a:t>Real-time demographics, risk composition, and organizational heatmaps.</a:t>
            </a:r>
          </a:p>
          <a:p>
            <a:pPr/>
            <a:r>
              <a:t>AI Assistant:</a:t>
            </a:r>
          </a:p>
          <a:p>
            <a:pPr lvl="1"/>
            <a:r>
              <a:t>Natural language querying for deep-dives into attrition drivers and risk tiers.</a:t>
            </a:r>
          </a:p>
          <a:p>
            <a:pPr/>
            <a:r>
              <a:t>Automated Workflows:</a:t>
            </a:r>
          </a:p>
          <a:p>
            <a:pPr lvl="1"/>
            <a:r>
              <a:t>One-click email summaries, Slack alerts, and DOCX/PDF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Streamlit:</a:t>
            </a:r>
          </a:p>
          <a:p>
            <a:pPr lvl="1"/>
            <a:r>
              <a:t>Rapid UI framework for building the interactive web dashboard.</a:t>
            </a:r>
          </a:p>
          <a:p>
            <a:pPr/>
            <a:r>
              <a:t>Plotly:</a:t>
            </a:r>
          </a:p>
          <a:p>
            <a:pPr lvl="1"/>
            <a:r>
              <a:t>Graphing library for rendering dynamic charts and heatmaps.</a:t>
            </a:r>
          </a:p>
          <a:p>
            <a:pPr/>
            <a:r>
              <a:t>XGBoost:</a:t>
            </a:r>
          </a:p>
          <a:p>
            <a:pPr lvl="1"/>
            <a:r>
              <a:t>Machine learning engine used for predicting employee flight risk.</a:t>
            </a:r>
          </a:p>
          <a:p>
            <a:pPr/>
            <a:r>
              <a:t>SQLite:</a:t>
            </a:r>
          </a:p>
          <a:p>
            <a:pPr lvl="1"/>
            <a:r>
              <a:t>Lightweight database for storing HR records securely.</a:t>
            </a:r>
          </a:p>
          <a:p>
            <a:pPr/>
            <a:r>
              <a:t>LLMs (Large Language Models):</a:t>
            </a:r>
          </a:p>
          <a:p>
            <a:pPr lvl="1"/>
            <a:r>
              <a:t>Powers the conversational AI assistant for natural language queries.</a:t>
            </a:r>
          </a:p>
          <a:p>
            <a:pPr/>
            <a:r>
              <a:t>Pandas &amp; NumPy:</a:t>
            </a:r>
          </a:p>
          <a:p>
            <a:pPr lvl="1"/>
            <a:r>
              <a:t>Core data manipulation libraries for real-time statistical aggregation.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